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75" r:id="rId4"/>
    <p:sldId id="277" r:id="rId5"/>
    <p:sldId id="279" r:id="rId6"/>
    <p:sldId id="273" r:id="rId7"/>
    <p:sldId id="265" r:id="rId8"/>
    <p:sldId id="282" r:id="rId9"/>
    <p:sldId id="286" r:id="rId10"/>
    <p:sldId id="287" r:id="rId11"/>
    <p:sldId id="284" r:id="rId12"/>
    <p:sldId id="285" r:id="rId13"/>
    <p:sldId id="288" r:id="rId14"/>
    <p:sldId id="266" r:id="rId15"/>
    <p:sldId id="289" r:id="rId16"/>
    <p:sldId id="267" r:id="rId17"/>
    <p:sldId id="268" r:id="rId18"/>
    <p:sldId id="269" r:id="rId19"/>
    <p:sldId id="290" r:id="rId20"/>
    <p:sldId id="270" r:id="rId21"/>
    <p:sldId id="291" r:id="rId2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030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58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19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79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65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88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49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1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48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25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41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F0119-99E8-4B39-9AE3-1AFDAA3321B4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5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du.cdri.org.tw/xccourseapply/cont?xsmsid=0L115765309252011195&amp;sid=0N18537464178551762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>
            <a:extLst>
              <a:ext uri="{FF2B5EF4-FFF2-40B4-BE49-F238E27FC236}">
                <a16:creationId xmlns:a16="http://schemas.microsoft.com/office/drawing/2014/main" id="{C95CF852-25B4-EB48-5D84-4B7AF9A6D01A}"/>
              </a:ext>
            </a:extLst>
          </p:cNvPr>
          <p:cNvSpPr/>
          <p:nvPr/>
        </p:nvSpPr>
        <p:spPr>
          <a:xfrm>
            <a:off x="5317257" y="2706422"/>
            <a:ext cx="619482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 err="1">
                <a:latin typeface="Unbounded" pitchFamily="34" charset="0"/>
              </a:rPr>
              <a:t>購物網站系統</a:t>
            </a:r>
            <a:endParaRPr lang="en-US" sz="4400" dirty="0">
              <a:latin typeface="Unbounded" pitchFamily="34" charset="0"/>
            </a:endParaRP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9AB370BD-A1D1-6909-9B09-0A6E8830B946}"/>
              </a:ext>
            </a:extLst>
          </p:cNvPr>
          <p:cNvSpPr/>
          <p:nvPr/>
        </p:nvSpPr>
        <p:spPr>
          <a:xfrm>
            <a:off x="6005625" y="427189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組員：</a:t>
            </a:r>
            <a:r>
              <a:rPr lang="en-US" altLang="zh-TW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19_</a:t>
            </a: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張允豪</a:t>
            </a:r>
            <a:endParaRPr lang="en-US" sz="185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E9D9B67-3FAA-0D94-DF6A-982057B29BC1}"/>
              </a:ext>
            </a:extLst>
          </p:cNvPr>
          <p:cNvSpPr/>
          <p:nvPr/>
        </p:nvSpPr>
        <p:spPr>
          <a:xfrm>
            <a:off x="5089514" y="532486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altLang="zh-TW" sz="2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Java</a:t>
            </a:r>
            <a:r>
              <a:rPr lang="zh-TW" altLang="en-US" sz="2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雲端應用開發工程師實戰養成班</a:t>
            </a:r>
            <a:endParaRPr lang="en-US" altLang="zh-TW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264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051339-9B16-F8D1-2B54-6670F65E19EA}"/>
              </a:ext>
            </a:extLst>
          </p:cNvPr>
          <p:cNvSpPr/>
          <p:nvPr/>
        </p:nvSpPr>
        <p:spPr>
          <a:xfrm>
            <a:off x="837724" y="267723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開發目的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2EA2AC-9720-E7D0-2018-95BCB5B020ED}"/>
              </a:ext>
            </a:extLst>
          </p:cNvPr>
          <p:cNvSpPr/>
          <p:nvPr/>
        </p:nvSpPr>
        <p:spPr>
          <a:xfrm>
            <a:off x="837724" y="3979545"/>
            <a:ext cx="3200876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打造 </a:t>
            </a:r>
            <a:r>
              <a:rPr lang="en-US" altLang="zh-TW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C2C </a:t>
            </a: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電子商務平台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CC4251-045F-A735-674C-7674D5575551}"/>
              </a:ext>
            </a:extLst>
          </p:cNvPr>
          <p:cNvSpPr/>
          <p:nvPr/>
        </p:nvSpPr>
        <p:spPr>
          <a:xfrm>
            <a:off x="837724" y="4570809"/>
            <a:ext cx="3200876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整合買家前台與員工後台功能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C2EA2AC-9720-E7D0-2018-95BCB5B020ED}"/>
              </a:ext>
            </a:extLst>
          </p:cNvPr>
          <p:cNvSpPr/>
          <p:nvPr/>
        </p:nvSpPr>
        <p:spPr>
          <a:xfrm>
            <a:off x="9829324" y="3881675"/>
            <a:ext cx="3200876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設計後台管理介面</a:t>
            </a:r>
            <a:endParaRPr lang="en-US" sz="240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2CC4251-045F-A735-674C-7674D5575551}"/>
              </a:ext>
            </a:extLst>
          </p:cNvPr>
          <p:cNvSpPr/>
          <p:nvPr/>
        </p:nvSpPr>
        <p:spPr>
          <a:xfrm>
            <a:off x="5333524" y="4466034"/>
            <a:ext cx="3200876" cy="90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商品分類瀏覽、搜尋、購物車、訂單管理、推薦系統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C2EA2AC-9720-E7D0-2018-95BCB5B020ED}"/>
              </a:ext>
            </a:extLst>
          </p:cNvPr>
          <p:cNvSpPr/>
          <p:nvPr/>
        </p:nvSpPr>
        <p:spPr>
          <a:xfrm>
            <a:off x="5383888" y="3881675"/>
            <a:ext cx="3200876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實作完整購物流程台</a:t>
            </a:r>
            <a:endParaRPr lang="en-US" sz="2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2CC4251-045F-A735-674C-7674D5575551}"/>
              </a:ext>
            </a:extLst>
          </p:cNvPr>
          <p:cNvSpPr/>
          <p:nvPr/>
        </p:nvSpPr>
        <p:spPr>
          <a:xfrm>
            <a:off x="9829324" y="4472940"/>
            <a:ext cx="3200876" cy="90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商品、訂單、會員、推薦系統、瀏覽紀錄管理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7188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5DFD86-DAA3-E24E-C115-87E2A3946D9F}"/>
              </a:ext>
            </a:extLst>
          </p:cNvPr>
          <p:cNvSpPr/>
          <p:nvPr/>
        </p:nvSpPr>
        <p:spPr>
          <a:xfrm>
            <a:off x="694849" y="106751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系統架構</a:t>
            </a: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圖</a:t>
            </a:r>
            <a:endParaRPr lang="en-US" sz="44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738B777-4BE8-5A15-7E45-7CA89239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40" y="2069857"/>
            <a:ext cx="13308376" cy="45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1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2DEC4-A2C2-F364-8F62-8A1C4A59A339}"/>
              </a:ext>
            </a:extLst>
          </p:cNvPr>
          <p:cNvSpPr/>
          <p:nvPr/>
        </p:nvSpPr>
        <p:spPr>
          <a:xfrm>
            <a:off x="817786" y="116456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Site-Map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FDB7BB5-A92A-EB1A-5A41-B21CCD926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54" y="2486312"/>
            <a:ext cx="12565697" cy="344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8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2DEC4-A2C2-F364-8F62-8A1C4A59A339}"/>
              </a:ext>
            </a:extLst>
          </p:cNvPr>
          <p:cNvSpPr/>
          <p:nvPr/>
        </p:nvSpPr>
        <p:spPr>
          <a:xfrm>
            <a:off x="817786" y="116456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Site-Map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2D44C58-BB4B-F748-56AF-7867D1FC7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59" y="2945503"/>
            <a:ext cx="12724482" cy="282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4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F0C4F0-0F36-4ABB-1894-BDD61C4F5D4E}"/>
              </a:ext>
            </a:extLst>
          </p:cNvPr>
          <p:cNvSpPr/>
          <p:nvPr/>
        </p:nvSpPr>
        <p:spPr>
          <a:xfrm>
            <a:off x="847603" y="122419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ER</a:t>
            </a: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圖</a:t>
            </a:r>
            <a:endParaRPr lang="en-US" sz="4400" dirty="0"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38016DF-3035-26A4-BDF0-6A56BDE25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408" y="-77118"/>
            <a:ext cx="887358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3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C17D3ED-A85C-614C-6F5F-0F8B4B8933E8}"/>
              </a:ext>
            </a:extLst>
          </p:cNvPr>
          <p:cNvSpPr/>
          <p:nvPr/>
        </p:nvSpPr>
        <p:spPr>
          <a:xfrm>
            <a:off x="7007170" y="117967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前台功能：登錄/註冊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25A2525-6238-2A2C-F363-D7B41FF84E72}"/>
              </a:ext>
            </a:extLst>
          </p:cNvPr>
          <p:cNvSpPr/>
          <p:nvPr/>
        </p:nvSpPr>
        <p:spPr>
          <a:xfrm>
            <a:off x="7785005" y="2324934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快速註冊流程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3E8AB1-B42E-162E-6AAE-453861A86BDA}"/>
              </a:ext>
            </a:extLst>
          </p:cNvPr>
          <p:cNvSpPr/>
          <p:nvPr/>
        </p:nvSpPr>
        <p:spPr>
          <a:xfrm>
            <a:off x="9468569" y="3384209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zh-TW" altLang="en-US" sz="1850" dirty="0">
                <a:latin typeface="Cabin" pitchFamily="34" charset="0"/>
              </a:rPr>
              <a:t>密碼用</a:t>
            </a:r>
            <a:r>
              <a:rPr lang="en-US" altLang="zh-TW" sz="1850" dirty="0" err="1">
                <a:latin typeface="Cabin" pitchFamily="34" charset="0"/>
              </a:rPr>
              <a:t>Bcrypty</a:t>
            </a:r>
            <a:r>
              <a:rPr lang="zh-TW" altLang="en-US" sz="1850" dirty="0">
                <a:latin typeface="Cabin" pitchFamily="34" charset="0"/>
              </a:rPr>
              <a:t>加密</a:t>
            </a:r>
            <a:endParaRPr lang="en-US" sz="185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BCF763E-BC1F-BFE4-C4F0-B09B51F38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855" y="3323459"/>
            <a:ext cx="3647371" cy="458167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C70F7A0-09EC-2C46-537B-EA7C2B65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942" y="4533282"/>
            <a:ext cx="5991225" cy="33718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77F8FC3-DA54-4FCB-9EBE-E7D4968FE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53" y="3114057"/>
            <a:ext cx="3829050" cy="4791075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923ADE83-8192-88ED-F600-C9ED68EF6C17}"/>
              </a:ext>
            </a:extLst>
          </p:cNvPr>
          <p:cNvSpPr/>
          <p:nvPr/>
        </p:nvSpPr>
        <p:spPr>
          <a:xfrm>
            <a:off x="8065120" y="2839034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支援 Email </a:t>
            </a:r>
            <a:r>
              <a:rPr lang="en-US" sz="1850" dirty="0" err="1">
                <a:latin typeface="Cabin" pitchFamily="34" charset="0"/>
                <a:ea typeface="Cabin" pitchFamily="34" charset="-122"/>
                <a:cs typeface="Cabin" pitchFamily="34" charset="-120"/>
              </a:rPr>
              <a:t>驗證，流程簡便</a:t>
            </a:r>
            <a:endParaRPr lang="en-US" sz="185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A0097178-2235-08B4-9A33-A967840EB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53" y="1320267"/>
            <a:ext cx="318135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6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01A07B7-081B-4384-C963-FFC0D5B53663}"/>
              </a:ext>
            </a:extLst>
          </p:cNvPr>
          <p:cNvSpPr/>
          <p:nvPr/>
        </p:nvSpPr>
        <p:spPr>
          <a:xfrm>
            <a:off x="1007465" y="25214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最近看過商品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62400A2-D484-A8F3-CCF3-32E253FD6954}"/>
              </a:ext>
            </a:extLst>
          </p:cNvPr>
          <p:cNvSpPr/>
          <p:nvPr/>
        </p:nvSpPr>
        <p:spPr>
          <a:xfrm>
            <a:off x="1007465" y="3016945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追蹤瀏覽紀錄，方便用戶回顧商品</a:t>
            </a:r>
            <a:endParaRPr lang="en-US" sz="185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B6AE933-852E-EABA-48F8-CECC3C75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771" y="2521407"/>
            <a:ext cx="655320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2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訂單管理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可以查看，和一定程度的管理訂單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625" y="2282091"/>
            <a:ext cx="7200000" cy="55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08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修改個人資料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可以修改預設的資料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067" y="2282091"/>
            <a:ext cx="5400000" cy="4972835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4549F78B-50F6-7021-584B-3E136D008FA7}"/>
              </a:ext>
            </a:extLst>
          </p:cNvPr>
          <p:cNvSpPr/>
          <p:nvPr/>
        </p:nvSpPr>
        <p:spPr>
          <a:xfrm>
            <a:off x="1011156" y="3579421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讓結帳時能自動填預設資料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192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通知中心</a:t>
            </a:r>
            <a:endParaRPr lang="en-US" sz="2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查看系統或管理員發送的個人化通知訊息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C3EAFA6-3AE7-63E2-F9ED-BCC18BFB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144" y="2431777"/>
            <a:ext cx="9955333" cy="238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5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我的收藏</a:t>
            </a:r>
            <a:endParaRPr lang="en-US" sz="2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收藏喜愛商品並可快速加入購物車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C58B07D-5BB1-206A-CBFD-A0B11B6EB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425" y="1254486"/>
            <a:ext cx="6877153" cy="330946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91252DA-7787-E81E-C01B-4D3ABC1A2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58" y="4428367"/>
            <a:ext cx="5775467" cy="34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17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r>
              <a:rPr lang="en-US" altLang="zh-TW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：</a:t>
            </a:r>
            <a:r>
              <a:rPr lang="en-US" altLang="zh-TW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商品管理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58912" y="24936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商品管理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58912" y="2989162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endParaRPr lang="en-US" sz="18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5B5560-1CFB-0EF1-820B-C009AD3E3EBE}"/>
              </a:ext>
            </a:extLst>
          </p:cNvPr>
          <p:cNvSpPr/>
          <p:nvPr/>
        </p:nvSpPr>
        <p:spPr>
          <a:xfrm>
            <a:off x="1058912" y="291131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可以查看新增上架，和一定程度的編輯商品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199D374-9C23-F5B1-7F41-9D58F706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50" y="4376651"/>
            <a:ext cx="6767914" cy="285368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B900FB1-B684-EAC4-247D-BCCFAAF6E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27" y="2439552"/>
            <a:ext cx="6043317" cy="479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7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3BB6AD06-1FAD-E83C-8A0F-5E1DB2F28494}"/>
              </a:ext>
            </a:extLst>
          </p:cNvPr>
          <p:cNvSpPr/>
          <p:nvPr/>
        </p:nvSpPr>
        <p:spPr>
          <a:xfrm>
            <a:off x="7826702" y="92071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後台功能：商品管理</a:t>
            </a:r>
            <a:endParaRPr lang="en-US" sz="4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008A43-82F8-359E-FEB4-8F6DACD4D05D}"/>
              </a:ext>
            </a:extLst>
          </p:cNvPr>
          <p:cNvSpPr/>
          <p:nvPr/>
        </p:nvSpPr>
        <p:spPr>
          <a:xfrm>
            <a:off x="7826702" y="209723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所有</a:t>
            </a:r>
            <a:r>
              <a:rPr lang="en-US" sz="22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商品</a:t>
            </a:r>
            <a:r>
              <a:rPr lang="zh-TW" alt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的</a:t>
            </a:r>
            <a:r>
              <a:rPr lang="en-US" sz="22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新增修改</a:t>
            </a:r>
            <a:r>
              <a:rPr lang="zh-TW" alt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刪除 比前台多 看的到已刪除</a:t>
            </a:r>
            <a:endParaRPr lang="en-US" sz="2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8E4F750-718E-D102-AEF8-2593A6462AAD}"/>
              </a:ext>
            </a:extLst>
          </p:cNvPr>
          <p:cNvSpPr/>
          <p:nvPr/>
        </p:nvSpPr>
        <p:spPr>
          <a:xfrm>
            <a:off x="8361946" y="27029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商品分類管理</a:t>
            </a:r>
            <a:endParaRPr lang="en-US" sz="2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A5E5E96-FE36-AEC1-EAF3-180A8F4F51AC}"/>
              </a:ext>
            </a:extLst>
          </p:cNvPr>
          <p:cNvSpPr/>
          <p:nvPr/>
        </p:nvSpPr>
        <p:spPr>
          <a:xfrm>
            <a:off x="8696454" y="33087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圖片上傳與庫存管控</a:t>
            </a:r>
            <a:endParaRPr lang="en-US" sz="2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45A4EB3-EB5B-68F8-A630-E9D47F19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3" y="1062338"/>
            <a:ext cx="6821756" cy="358279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593F2A7-8AEE-3E6F-1CD2-3F3CA5699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64" y="5117640"/>
            <a:ext cx="1172527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8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3BB6AD06-1FAD-E83C-8A0F-5E1DB2F28494}"/>
              </a:ext>
            </a:extLst>
          </p:cNvPr>
          <p:cNvSpPr/>
          <p:nvPr/>
        </p:nvSpPr>
        <p:spPr>
          <a:xfrm>
            <a:off x="7661449" y="241900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</a:t>
            </a: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：</a:t>
            </a: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評論管理</a:t>
            </a:r>
            <a:endParaRPr lang="en-US" sz="4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008A43-82F8-359E-FEB4-8F6DACD4D05D}"/>
              </a:ext>
            </a:extLst>
          </p:cNvPr>
          <p:cNvSpPr/>
          <p:nvPr/>
        </p:nvSpPr>
        <p:spPr>
          <a:xfrm>
            <a:off x="8199849" y="34819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可以審核評論</a:t>
            </a:r>
            <a:endParaRPr lang="en-US" sz="2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8E4F750-718E-D102-AEF8-2593A6462AAD}"/>
              </a:ext>
            </a:extLst>
          </p:cNvPr>
          <p:cNvSpPr/>
          <p:nvPr/>
        </p:nvSpPr>
        <p:spPr>
          <a:xfrm>
            <a:off x="8558823" y="40732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</a:rPr>
              <a:t>可以執行</a:t>
            </a:r>
            <a:r>
              <a:rPr lang="en-US" altLang="zh-TW" sz="2200" dirty="0">
                <a:latin typeface="Unbounded" pitchFamily="34" charset="0"/>
                <a:ea typeface="Unbounded" pitchFamily="34" charset="-122"/>
              </a:rPr>
              <a:t>AI</a:t>
            </a:r>
            <a:r>
              <a:rPr lang="zh-TW" altLang="en-US" sz="2200" dirty="0">
                <a:latin typeface="Unbounded" pitchFamily="34" charset="0"/>
              </a:rPr>
              <a:t>審核 </a:t>
            </a:r>
            <a:r>
              <a:rPr lang="en-US" altLang="zh-TW" sz="2200" dirty="0" err="1">
                <a:latin typeface="Unbounded" pitchFamily="34" charset="0"/>
              </a:rPr>
              <a:t>Ollama</a:t>
            </a:r>
            <a:r>
              <a:rPr lang="en-US" altLang="zh-TW" sz="2200" dirty="0">
                <a:latin typeface="Unbounded" pitchFamily="34" charset="0"/>
              </a:rPr>
              <a:t> model:Qwen2: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A5E5E96-FE36-AEC1-EAF3-180A8F4F51AC}"/>
              </a:ext>
            </a:extLst>
          </p:cNvPr>
          <p:cNvSpPr/>
          <p:nvPr/>
        </p:nvSpPr>
        <p:spPr>
          <a:xfrm>
            <a:off x="8917915" y="46645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</a:rPr>
              <a:t>可以刪除評論</a:t>
            </a:r>
            <a:endParaRPr lang="en-US" sz="2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35CA31A-FB77-422D-626A-2A2CF2CC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7" y="3292748"/>
            <a:ext cx="7344943" cy="191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72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282119-4EA9-A517-DBDB-E3E85B403388}"/>
              </a:ext>
            </a:extLst>
          </p:cNvPr>
          <p:cNvSpPr/>
          <p:nvPr/>
        </p:nvSpPr>
        <p:spPr>
          <a:xfrm>
            <a:off x="837724" y="10708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後台功能：訂單管理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3BF335-732B-06E6-28AD-60684F263D36}"/>
              </a:ext>
            </a:extLst>
          </p:cNvPr>
          <p:cNvSpPr/>
          <p:nvPr/>
        </p:nvSpPr>
        <p:spPr>
          <a:xfrm>
            <a:off x="919917" y="21573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訂單查看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12874B-9579-9660-A9EA-0418C27E7014}"/>
              </a:ext>
            </a:extLst>
          </p:cNvPr>
          <p:cNvSpPr/>
          <p:nvPr/>
        </p:nvSpPr>
        <p:spPr>
          <a:xfrm>
            <a:off x="919917" y="2748646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 err="1">
                <a:latin typeface="Cabin" pitchFamily="34" charset="0"/>
                <a:ea typeface="Cabin" pitchFamily="34" charset="-122"/>
                <a:cs typeface="Cabin" pitchFamily="34" charset="-120"/>
              </a:rPr>
              <a:t>查看詳細訂單與列表資訊</a:t>
            </a: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 也能編輯</a:t>
            </a:r>
            <a:endParaRPr lang="en-US" sz="185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13555AF-4D65-7AFC-2214-CF047D63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502" y="418394"/>
            <a:ext cx="8134029" cy="382992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6776221-BA84-4D2B-182B-2C953FB56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83" y="3370985"/>
            <a:ext cx="4615626" cy="46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83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2FB9310-4B85-E2EC-BA0D-8C555808BCA1}"/>
              </a:ext>
            </a:extLst>
          </p:cNvPr>
          <p:cNvSpPr/>
          <p:nvPr/>
        </p:nvSpPr>
        <p:spPr>
          <a:xfrm>
            <a:off x="6324124" y="210645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後台功能：使用者管理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8DA8B2-7BF2-2D26-5396-989491B30F15}"/>
              </a:ext>
            </a:extLst>
          </p:cNvPr>
          <p:cNvSpPr/>
          <p:nvPr/>
        </p:nvSpPr>
        <p:spPr>
          <a:xfrm>
            <a:off x="6563439" y="340875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用戶資料管理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5CB391-9D5A-148C-C8B0-56E4F14A860F}"/>
              </a:ext>
            </a:extLst>
          </p:cNvPr>
          <p:cNvSpPr/>
          <p:nvPr/>
        </p:nvSpPr>
        <p:spPr>
          <a:xfrm>
            <a:off x="6563439" y="3904297"/>
            <a:ext cx="31359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zh-TW" altLang="en-US" sz="1850" dirty="0">
                <a:latin typeface="Cabin" pitchFamily="34" charset="0"/>
              </a:rPr>
              <a:t>重設密碼</a:t>
            </a:r>
            <a:endParaRPr lang="en-US" sz="18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74E5190-BE68-FDE7-D4A0-DCD24C488AE1}"/>
              </a:ext>
            </a:extLst>
          </p:cNvPr>
          <p:cNvSpPr/>
          <p:nvPr/>
        </p:nvSpPr>
        <p:spPr>
          <a:xfrm>
            <a:off x="10417373" y="340875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權限設定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FFF72BB-F1B7-B254-8443-418CD9DEB1B8}"/>
              </a:ext>
            </a:extLst>
          </p:cNvPr>
          <p:cNvSpPr/>
          <p:nvPr/>
        </p:nvSpPr>
        <p:spPr>
          <a:xfrm>
            <a:off x="10417373" y="3904297"/>
            <a:ext cx="31359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區分買家、賣家與管理員角色</a:t>
            </a:r>
            <a:endParaRPr lang="en-US"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4EA59F5-94EC-671B-BA64-C9589F1B13C9}"/>
              </a:ext>
            </a:extLst>
          </p:cNvPr>
          <p:cNvSpPr/>
          <p:nvPr/>
        </p:nvSpPr>
        <p:spPr>
          <a:xfrm>
            <a:off x="6563439" y="50052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封鎖與解鎖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05DA9B1-DE03-EB76-D4AD-0087996F857A}"/>
              </a:ext>
            </a:extLst>
          </p:cNvPr>
          <p:cNvSpPr/>
          <p:nvPr/>
        </p:nvSpPr>
        <p:spPr>
          <a:xfrm>
            <a:off x="6563439" y="5500807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管理使用者存取權限</a:t>
            </a:r>
            <a:endParaRPr lang="en-US" sz="185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2726CE08-A13E-4BC1-EB98-B377DB1F2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" y="748943"/>
            <a:ext cx="6219778" cy="707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3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A25FD04-881C-3EC3-752C-F41973696412}"/>
              </a:ext>
            </a:extLst>
          </p:cNvPr>
          <p:cNvSpPr/>
          <p:nvPr/>
        </p:nvSpPr>
        <p:spPr>
          <a:xfrm>
            <a:off x="837724" y="183951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後台功能：推薦系統與搜尋紀錄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378F7F5-789B-2AF5-0F61-F8E4EC130904}"/>
              </a:ext>
            </a:extLst>
          </p:cNvPr>
          <p:cNvSpPr/>
          <p:nvPr/>
        </p:nvSpPr>
        <p:spPr>
          <a:xfrm>
            <a:off x="937974" y="366450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3B8F347-6623-DEB1-0AC6-0F75889CC9EA}"/>
              </a:ext>
            </a:extLst>
          </p:cNvPr>
          <p:cNvSpPr/>
          <p:nvPr/>
        </p:nvSpPr>
        <p:spPr>
          <a:xfrm>
            <a:off x="1615559" y="3688794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推薦商品管理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39BACA9-D0BB-DFEA-0D21-CA26FA0C691B}"/>
              </a:ext>
            </a:extLst>
          </p:cNvPr>
          <p:cNvSpPr/>
          <p:nvPr/>
        </p:nvSpPr>
        <p:spPr>
          <a:xfrm>
            <a:off x="1615559" y="4184332"/>
            <a:ext cx="280689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 err="1">
                <a:latin typeface="Cabin" pitchFamily="34" charset="0"/>
                <a:ea typeface="Cabin" pitchFamily="34" charset="-122"/>
                <a:cs typeface="Cabin" pitchFamily="34" charset="-120"/>
              </a:rPr>
              <a:t>設定熱門商品</a:t>
            </a:r>
            <a:endParaRPr lang="en-US" sz="185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35EDF63-141E-87D5-5A28-F52B8647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433" y="2770086"/>
            <a:ext cx="9559515" cy="254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42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A25FD04-881C-3EC3-752C-F41973696412}"/>
              </a:ext>
            </a:extLst>
          </p:cNvPr>
          <p:cNvSpPr/>
          <p:nvPr/>
        </p:nvSpPr>
        <p:spPr>
          <a:xfrm>
            <a:off x="5817348" y="393272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altLang="zh-TW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DEMO </a:t>
            </a: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時間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548731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6F5ABA-0B58-8CD4-CC56-B5665FB81ADD}"/>
              </a:ext>
            </a:extLst>
          </p:cNvPr>
          <p:cNvSpPr/>
          <p:nvPr/>
        </p:nvSpPr>
        <p:spPr>
          <a:xfrm>
            <a:off x="5828366" y="159054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未來展望</a:t>
            </a:r>
            <a:endParaRPr lang="en-US" sz="4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BEF0FC-6390-1497-F4EC-574402A2FE09}"/>
              </a:ext>
            </a:extLst>
          </p:cNvPr>
          <p:cNvSpPr/>
          <p:nvPr/>
        </p:nvSpPr>
        <p:spPr>
          <a:xfrm>
            <a:off x="5907147" y="34397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未來功能擴展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252D43-CF65-35D9-E01C-9E4F536F7CC7}"/>
              </a:ext>
            </a:extLst>
          </p:cNvPr>
          <p:cNvSpPr/>
          <p:nvPr/>
        </p:nvSpPr>
        <p:spPr>
          <a:xfrm>
            <a:off x="5907147" y="403099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整合真實物流與支付</a:t>
            </a:r>
            <a:endParaRPr lang="en-US" sz="18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611A246-5FF8-10E3-B3D6-9B1DA498610E}"/>
              </a:ext>
            </a:extLst>
          </p:cNvPr>
          <p:cNvSpPr/>
          <p:nvPr/>
        </p:nvSpPr>
        <p:spPr>
          <a:xfrm>
            <a:off x="5907147" y="456462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完善</a:t>
            </a:r>
            <a:r>
              <a:rPr lang="en-US" sz="1850" dirty="0" err="1">
                <a:latin typeface="Cabin" pitchFamily="34" charset="0"/>
                <a:ea typeface="Cabin" pitchFamily="34" charset="-122"/>
                <a:cs typeface="Cabin" pitchFamily="34" charset="-120"/>
              </a:rPr>
              <a:t>推薦系統</a:t>
            </a:r>
            <a:endParaRPr lang="en-US"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0062358-1EDA-B75A-D993-678F1ABC08F9}"/>
              </a:ext>
            </a:extLst>
          </p:cNvPr>
          <p:cNvSpPr/>
          <p:nvPr/>
        </p:nvSpPr>
        <p:spPr>
          <a:xfrm>
            <a:off x="5907146" y="560453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完善通知</a:t>
            </a:r>
            <a:r>
              <a:rPr lang="en-US" altLang="zh-TW" sz="1850" dirty="0" err="1">
                <a:latin typeface="Cabin" pitchFamily="34" charset="0"/>
                <a:ea typeface="Cabin" pitchFamily="34" charset="-122"/>
                <a:cs typeface="Cabin" pitchFamily="34" charset="-120"/>
              </a:rPr>
              <a:t>系統</a:t>
            </a:r>
            <a:endParaRPr lang="en-US" sz="18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3AA341C-D24A-D785-800B-656C55B37B2D}"/>
              </a:ext>
            </a:extLst>
          </p:cNvPr>
          <p:cNvSpPr/>
          <p:nvPr/>
        </p:nvSpPr>
        <p:spPr>
          <a:xfrm>
            <a:off x="5907146" y="504880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完善訂單</a:t>
            </a:r>
            <a:r>
              <a:rPr lang="en-US" altLang="zh-TW" sz="1850" dirty="0" err="1">
                <a:latin typeface="Cabin" pitchFamily="34" charset="0"/>
                <a:ea typeface="Cabin" pitchFamily="34" charset="-122"/>
                <a:cs typeface="Cabin" pitchFamily="34" charset="-120"/>
              </a:rPr>
              <a:t>物流系統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389910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6F5ABA-0B58-8CD4-CC56-B5665FB81ADD}"/>
              </a:ext>
            </a:extLst>
          </p:cNvPr>
          <p:cNvSpPr/>
          <p:nvPr/>
        </p:nvSpPr>
        <p:spPr>
          <a:xfrm>
            <a:off x="6423276" y="194255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zh-TW" altLang="en-US" sz="4400" dirty="0">
                <a:latin typeface="Unbounded" pitchFamily="34" charset="0"/>
                <a:ea typeface="Unbounded" pitchFamily="34" charset="-122"/>
              </a:rPr>
              <a:t>結束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FEE2E1-1E85-EEEE-7325-2D108C73AF3D}"/>
              </a:ext>
            </a:extLst>
          </p:cNvPr>
          <p:cNvSpPr/>
          <p:nvPr/>
        </p:nvSpPr>
        <p:spPr>
          <a:xfrm>
            <a:off x="837724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latin typeface="Unbounded" pitchFamily="34" charset="0"/>
                <a:ea typeface="Unbounded" pitchFamily="34" charset="-122"/>
              </a:rPr>
              <a:t>Github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C51FCE-3E66-78F1-6A11-6A5C36BF09F3}"/>
              </a:ext>
            </a:extLst>
          </p:cNvPr>
          <p:cNvSpPr/>
          <p:nvPr/>
        </p:nvSpPr>
        <p:spPr>
          <a:xfrm>
            <a:off x="765954" y="433744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/>
              <a:t>https://github.com/Balabababala/shoppingProject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BEF0FC-6390-1497-F4EC-574402A2FE09}"/>
              </a:ext>
            </a:extLst>
          </p:cNvPr>
          <p:cNvSpPr/>
          <p:nvPr/>
        </p:nvSpPr>
        <p:spPr>
          <a:xfrm>
            <a:off x="7614761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altLang="zh-TW" sz="2200" dirty="0">
                <a:latin typeface="Unbounded" pitchFamily="34" charset="0"/>
                <a:ea typeface="Unbounded" pitchFamily="34" charset="-122"/>
              </a:rPr>
              <a:t>19_</a:t>
            </a: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張允豪</a:t>
            </a:r>
            <a:endParaRPr lang="en-US" sz="2200" dirty="0"/>
          </a:p>
        </p:txBody>
      </p:sp>
      <p:pic>
        <p:nvPicPr>
          <p:cNvPr id="13" name="圖片 12" descr="一張含有 樣式, 像素, 設計 的圖片&#10;&#10;AI 產生的內容可能不正確。">
            <a:extLst>
              <a:ext uri="{FF2B5EF4-FFF2-40B4-BE49-F238E27FC236}">
                <a16:creationId xmlns:a16="http://schemas.microsoft.com/office/drawing/2014/main" id="{3D2B7422-627D-DE79-40B7-725C9977D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11" y="4935733"/>
            <a:ext cx="2903519" cy="290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4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1214</TotalTime>
  <Words>255</Words>
  <Application>Microsoft Office PowerPoint</Application>
  <PresentationFormat>自訂</PresentationFormat>
  <Paragraphs>70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Unbounded</vt:lpstr>
      <vt:lpstr>Aptos</vt:lpstr>
      <vt:lpstr>Aptos Display</vt:lpstr>
      <vt:lpstr>Arial</vt:lpstr>
      <vt:lpstr>Cabin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National Taipei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NTPU</dc:creator>
  <cp:lastModifiedBy>NTPU</cp:lastModifiedBy>
  <cp:revision>25</cp:revision>
  <dcterms:created xsi:type="dcterms:W3CDTF">2025-05-09T05:56:55Z</dcterms:created>
  <dcterms:modified xsi:type="dcterms:W3CDTF">2025-06-27T07:44:56Z</dcterms:modified>
</cp:coreProperties>
</file>